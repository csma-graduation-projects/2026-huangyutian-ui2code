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4C13D-C1BE-44A6-B121-FB69F5293876}" v="3" dt="2026-05-13T11:51:31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3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169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【演讲提示】各位老师好！我是XXX，我的毕业设计题目是《基于视觉理解的UI代码自动生成系统设计与实现》。接下来我将从研究背景、系统设计、核心技术和实现效果等方面进行汇报。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首先介绍研究背景。当前前端开发中，UI设计稿转化为代码仍然高度依赖人工，效率低且重复劳动多。随着AI和多模态大模型的发展，我们提出了这个系统，希望实现从UI截图到前端代码的自动生成，从而提升开发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【演讲提示】国内外研究经历了三个阶段：早期规则模板方法灵活性差；深度学习端到端方法可解释性不足；当前大语言模型方法虽然理解能力强，但复杂页面还原能力仍有限。这正是我们系统要解决的问题。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【演讲提示】系统采用前后端分离架构，核心创新是双路径生成架构。路径一通过YOLO和OCR进行视觉解析，构建布局树；路径二通过多模态大模型直接生成代码。两条路径协同工作，提高生成质量。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【演讲提示】系统核心技术包括五大模块。其中布局树作为中间表示是核心创新，它将视觉解析结果转化为结构化DOM树，既提高了可解释性，又为后续代码生成提供了清晰的结构指导。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【演讲提示】系统功能设计围绕七大核心功能展开，包括图片上传、代码生成、HTML预览、多模型切换、多页面生成、布局树展示和可视化编辑，形成完整的工作流。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【演讲提示】系统采用前后端分离架构。前端使用Vue3构建用户界面，后端使用FastAPI提供RESTful API服务，模型层集成多种多模态大模型和视觉检测模型，实现完整的代码生成 pipeline。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【演讲提示】多模态代码生成流程分为五步：输入UI截图、构建结构化Prompt、调用多模态大模型、生成Vue代码、渲染HTML预览。系统支持多模型切换，用户可以根据需求选择不同模型。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【演讲提示】这里展示系统的运行效果。左侧是原始UI截图和生成的Vue代码，右侧是HTML预览效果和布局树结构。可以看到系统能够较好地还原UI设计。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【演讲提示】多页面原型生成是本系统的特色功能。用户可以上传多个UI截图，系统按队列依次生成各页面代码，并支持页面切换和整体导出，实现简单原型复刻。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【演讲提示】系统测试包括功能测试、单元测试、集成测试和性能测试。测试结果表明，系统各模块运行正常，能够完成从UI到代码的生成，页面具备一定的还原度。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【演讲提示】本系统的五大创新点：双路径生成结构、多模态模型生成、布局树中间表示、多模型切换、多页面原型生成。核心贡献是提出了布局树中间表示和双路径协同生成架构。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【演讲提示】总结部分，我们实现了从UI到代码的自动生成系统，完成了完整原型。展望未来，我们将增强复杂交互支持、提升布局还原精度、支持更多前端框架，并引入GPU加速。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【演讲提示】感谢各位老师的聆听，恳请各位老师批评指正。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4733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411480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C3E50"/>
                </a:solidFill>
                <a:latin typeface="Microsoft YaHei"/>
              </a:defRPr>
            </a:pPr>
            <a:r>
              <a:rPr dirty="0" err="1"/>
              <a:t>基于视觉理解的UI代码自动生成</a:t>
            </a:r>
            <a:endParaRPr dirty="0"/>
          </a:p>
          <a:p>
            <a:pPr>
              <a:spcBef>
                <a:spcPts val="800"/>
              </a:spcBef>
              <a:defRPr sz="4000" b="1">
                <a:solidFill>
                  <a:srgbClr val="2B7ADE"/>
                </a:solidFill>
                <a:latin typeface="Microsoft YaHei"/>
              </a:defRPr>
            </a:pPr>
            <a:r>
              <a:rPr dirty="0" err="1"/>
              <a:t>系统设计与实现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097280" y="3200400"/>
            <a:ext cx="2743200" cy="27432"/>
          </a:xfrm>
          <a:prstGeom prst="rect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73152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重庆邮电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大学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学院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软件工程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专业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Microsoft YaHei"/>
              </a:defRPr>
            </a:pPr>
            <a:r>
              <a:rPr dirty="0" err="1"/>
              <a:t>答辩人</a:t>
            </a:r>
            <a:r>
              <a:rPr dirty="0"/>
              <a:t>：</a:t>
            </a:r>
            <a:r>
              <a:rPr lang="zh-CN" altLang="en-US" dirty="0"/>
              <a:t>黄语田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Microsoft YaHei"/>
              </a:defRPr>
            </a:pPr>
            <a:r>
              <a:rPr dirty="0" err="1"/>
              <a:t>指导教师</a:t>
            </a:r>
            <a:r>
              <a:rPr dirty="0"/>
              <a:t>：</a:t>
            </a:r>
            <a:r>
              <a:rPr lang="zh-CN" altLang="en-US" dirty="0"/>
              <a:t>黄江平</a:t>
            </a:r>
            <a:r>
              <a:rPr dirty="0"/>
              <a:t> </a:t>
            </a:r>
            <a:r>
              <a:rPr dirty="0" err="1"/>
              <a:t>教授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7F8C8D"/>
                </a:solidFill>
                <a:latin typeface="Microsoft YaHei"/>
              </a:defRPr>
            </a:pPr>
            <a:r>
              <a:rPr dirty="0"/>
              <a:t>答辩日期：2026年5月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1 / 14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A5A120E-6C70-BBA4-A8DB-438A9FF6AAD0}"/>
              </a:ext>
            </a:extLst>
          </p:cNvPr>
          <p:cNvPicPr>
            <a:picLocks/>
          </p:cNvPicPr>
          <p:nvPr/>
        </p:nvPicPr>
        <p:blipFill>
          <a:blip r:embed="rId3"/>
          <a:srcRect l="12647" t="32963" r="12958" b="28795"/>
          <a:stretch>
            <a:fillRect/>
          </a:stretch>
        </p:blipFill>
        <p:spPr>
          <a:xfrm>
            <a:off x="8195732" y="1581319"/>
            <a:ext cx="3542117" cy="3786802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研究背景与意义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Research Background &amp; Significance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5DA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❌ 现有痛点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UI设计稿转前端代码依赖人工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开发效率低，重复劳动多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设计到代码的转化成本高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复杂页面还原困难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3600" y="3200400"/>
            <a:ext cx="914400" cy="548640"/>
          </a:xfrm>
          <a:prstGeom prst="rightArrow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0" y="1371600"/>
            <a:ext cx="5029200" cy="475488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✅ 本系统目标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AI与多模态模型带来新方向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实现 UI图片 → 前端代码 自动生成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提升前端开发效率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• 降低设计到代码的转化成本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383" y="5108956"/>
            <a:ext cx="5943600" cy="640080"/>
          </a:xfrm>
          <a:prstGeom prst="round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4631" y="5291836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🎯 </a:t>
            </a:r>
            <a:r>
              <a:rPr dirty="0" err="1"/>
              <a:t>核心目标：UI截图</a:t>
            </a:r>
            <a:r>
              <a:rPr dirty="0"/>
              <a:t> → </a:t>
            </a:r>
            <a:r>
              <a:rPr dirty="0" err="1"/>
              <a:t>视觉解析</a:t>
            </a:r>
            <a:r>
              <a:rPr dirty="0"/>
              <a:t> → </a:t>
            </a:r>
            <a:r>
              <a:rPr dirty="0" err="1"/>
              <a:t>布局树</a:t>
            </a:r>
            <a:r>
              <a:rPr dirty="0"/>
              <a:t> → </a:t>
            </a:r>
            <a:r>
              <a:rPr dirty="0" err="1"/>
              <a:t>代码生成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国内外研究现状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Research Status at Home and Abroad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  <a:latin typeface="Microsoft YaHei"/>
              </a:defRPr>
            </a:pPr>
            <a:r>
              <a:t>2015-2018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2816352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F8C8D"/>
                </a:solidFill>
                <a:latin typeface="Microsoft YaHei"/>
              </a:defRPr>
            </a:pPr>
            <a:r>
              <a:t>传统规则模板方法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17102"/>
            <a:ext cx="32004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dirty="0"/>
              <a:t>• </a:t>
            </a:r>
            <a:r>
              <a:rPr sz="1600" dirty="0" err="1"/>
              <a:t>基于固定规则匹配</a:t>
            </a:r>
            <a:endParaRPr sz="1600"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模板化代码生成</a:t>
            </a:r>
            <a:endParaRPr sz="1600"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灵活性差，适应性弱</a:t>
            </a:r>
            <a:endParaRPr dirty="0"/>
          </a:p>
        </p:txBody>
      </p:sp>
      <p:sp>
        <p:nvSpPr>
          <p:cNvPr id="10" name="Right Arrow 9"/>
          <p:cNvSpPr/>
          <p:nvPr/>
        </p:nvSpPr>
        <p:spPr>
          <a:xfrm>
            <a:off x="4160520" y="1965960"/>
            <a:ext cx="182880" cy="274320"/>
          </a:xfrm>
          <a:prstGeom prst="right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1887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7E22"/>
                </a:solidFill>
                <a:latin typeface="Microsoft YaHei"/>
              </a:defRPr>
            </a:pPr>
            <a:r>
              <a:t>2019-2022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474720" cy="2816352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深度学习端到端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231" y="2404421"/>
            <a:ext cx="32004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sz="1600" dirty="0"/>
              <a:t>• CNN/</a:t>
            </a:r>
            <a:r>
              <a:rPr sz="1600" dirty="0" err="1"/>
              <a:t>RNN编码解码</a:t>
            </a:r>
            <a:endParaRPr sz="1600"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像素级代码预测</a:t>
            </a:r>
            <a:endParaRPr sz="1600"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可解释性不足</a:t>
            </a:r>
            <a:endParaRPr dirty="0"/>
          </a:p>
        </p:txBody>
      </p:sp>
      <p:sp>
        <p:nvSpPr>
          <p:cNvPr id="15" name="Right Arrow 14"/>
          <p:cNvSpPr/>
          <p:nvPr/>
        </p:nvSpPr>
        <p:spPr>
          <a:xfrm>
            <a:off x="7909560" y="1965960"/>
            <a:ext cx="182880" cy="274320"/>
          </a:xfrm>
          <a:prstGeom prst="right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1887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B7ADE"/>
                </a:solidFill>
                <a:latin typeface="Microsoft YaHei"/>
              </a:defRPr>
            </a:pPr>
            <a:r>
              <a:t>2023-至今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63039"/>
            <a:ext cx="3474720" cy="2719493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7ADE"/>
                </a:solidFill>
                <a:latin typeface="Microsoft YaHei"/>
              </a:defRPr>
            </a:pPr>
            <a:r>
              <a:t>大语言模型方法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215" y="2377440"/>
            <a:ext cx="32004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dirty="0"/>
              <a:t>• </a:t>
            </a:r>
            <a:r>
              <a:rPr sz="1600" dirty="0" err="1"/>
              <a:t>多模态理解能力</a:t>
            </a:r>
            <a:endParaRPr sz="1600"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上下文代码生成</a:t>
            </a:r>
            <a:endParaRPr sz="1600" dirty="0"/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复杂页面还原有限</a:t>
            </a:r>
            <a:endParaRPr sz="1600" dirty="0"/>
          </a:p>
        </p:txBody>
      </p:sp>
      <p:sp>
        <p:nvSpPr>
          <p:cNvPr id="20" name="Rounded Rectangle 19"/>
          <p:cNvSpPr/>
          <p:nvPr/>
        </p:nvSpPr>
        <p:spPr>
          <a:xfrm>
            <a:off x="1493215" y="4572000"/>
            <a:ext cx="9601200" cy="9144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95831" y="482803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A5FB4"/>
                </a:solidFill>
                <a:latin typeface="Microsoft YaHei"/>
              </a:defRPr>
            </a:pPr>
            <a:r>
              <a:rPr dirty="0"/>
              <a:t>⚠️ </a:t>
            </a:r>
            <a:r>
              <a:rPr dirty="0" err="1"/>
              <a:t>现有问题：可解释性不足</a:t>
            </a:r>
            <a:r>
              <a:rPr dirty="0"/>
              <a:t> · </a:t>
            </a:r>
            <a:r>
              <a:rPr dirty="0" err="1"/>
              <a:t>复杂页面还原能力有限</a:t>
            </a:r>
            <a:r>
              <a:rPr dirty="0"/>
              <a:t> · </a:t>
            </a:r>
            <a:r>
              <a:rPr dirty="0" err="1"/>
              <a:t>生成代码质量不稳定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系统总体设计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System Overall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828800" cy="9144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B7ADE"/>
                </a:solidFill>
                <a:latin typeface="Microsoft YaHei"/>
              </a:defRPr>
            </a:pPr>
            <a:r>
              <a:t>📷 UI截图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8608" y="1783080"/>
            <a:ext cx="274320" cy="274320"/>
          </a:xfrm>
          <a:prstGeom prst="right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80360" y="1463040"/>
            <a:ext cx="1828800" cy="9144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5DA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691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DADEC"/>
                </a:solidFill>
                <a:latin typeface="Microsoft YaHei"/>
              </a:defRPr>
            </a:pPr>
            <a:r>
              <a:t>🔍 视觉解析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27448" y="1783080"/>
            <a:ext cx="274320" cy="274320"/>
          </a:xfrm>
          <a:prstGeom prst="right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0" y="1463040"/>
            <a:ext cx="1828800" cy="9144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🌲 布局树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76288" y="1783080"/>
            <a:ext cx="274320" cy="274320"/>
          </a:xfrm>
          <a:prstGeom prst="right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78040" y="1463040"/>
            <a:ext cx="1828800" cy="9144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691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🤖 多模态大模型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25128" y="1783080"/>
            <a:ext cx="274320" cy="274320"/>
          </a:xfrm>
          <a:prstGeom prst="right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26880" y="1463040"/>
            <a:ext cx="1828800" cy="9144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691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💻 Vue/HTML代码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双路径生成架构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00400"/>
            <a:ext cx="5303520" cy="25603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200400"/>
            <a:ext cx="5303520" cy="41148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2735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路径一：视觉解析路径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033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YOLO目标检测 → 元素识别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OCR文字提取 → 文本内容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布局树构建 → 结构关系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→ 结构化代码生成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200400"/>
            <a:ext cx="5303520" cy="256032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0" y="3200400"/>
            <a:ext cx="53035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2735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路径二：多模态生成路径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033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UI截图直接输入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多模态大模型理解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Prompt工程优化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▸ → 端到端代码生成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669280" y="5852160"/>
            <a:ext cx="822960" cy="457200"/>
          </a:xfrm>
          <a:prstGeom prst="down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协同输出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系统核心技术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Core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7ADE"/>
                </a:solidFill>
                <a:latin typeface="Microsoft YaHei"/>
              </a:defRPr>
            </a:pPr>
            <a:r>
              <a:t>🎯 YOLO目标检测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YOLOv8模型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UI元素精准识别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边界框定位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5544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🔤 OCR文字识别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20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文字内容提取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字体样式识别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文本区域定位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560320"/>
            <a:ext cx="5029200" cy="1645920"/>
          </a:xfrm>
          <a:prstGeom prst="roundRect">
            <a:avLst/>
          </a:prstGeom>
          <a:solidFill>
            <a:srgbClr val="EBF3FB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2651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🌲 布局树分析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17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DOM结构构建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层级关系解析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中间表示生成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2062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🧠 多模态大模型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Qwen-VL / DeepSeek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视觉语义理解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代码推理生成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11480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5DA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42062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DADEC"/>
                </a:solidFill>
                <a:latin typeface="Microsoft YaHei"/>
              </a:defRPr>
            </a:pPr>
            <a:r>
              <a:t>⚡ Prompt工程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5720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结构化Prompt设计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上下文优化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输出格式控制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系统核心技术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Core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7ADE"/>
                </a:solidFill>
                <a:latin typeface="Microsoft YaHei"/>
              </a:defRPr>
            </a:pPr>
            <a:r>
              <a:t>🎯 YOLO目标检测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YOLOv8模型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UI元素精准识别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边界框定位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5544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🔤 OCR文字识别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20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文字内容提取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字体样式识别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文本区域定位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560320"/>
            <a:ext cx="5029200" cy="1645920"/>
          </a:xfrm>
          <a:prstGeom prst="roundRect">
            <a:avLst/>
          </a:prstGeom>
          <a:solidFill>
            <a:srgbClr val="EBF3FB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2651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🌲 布局树分析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17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DOM结构构建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层级关系解析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中间表示生成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2062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🧠 多模态大模型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Qwen-VL / DeepSeek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视觉语义理解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代码推理生成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114800"/>
            <a:ext cx="45720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5DA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42062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DADEC"/>
                </a:solidFill>
                <a:latin typeface="Microsoft YaHei"/>
              </a:defRPr>
            </a:pPr>
            <a:r>
              <a:t>⚡ Prompt工程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5720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结构化Prompt设计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上下文优化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• 输出格式控制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2011680"/>
            <a:ext cx="1371600" cy="731520"/>
          </a:xfrm>
          <a:prstGeom prst="line">
            <a:avLst/>
          </a:prstGeom>
          <a:ln w="19050">
            <a:solidFill>
              <a:srgbClr val="5DADEC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943600" y="2011680"/>
            <a:ext cx="640080" cy="731520"/>
          </a:xfrm>
          <a:prstGeom prst="line">
            <a:avLst/>
          </a:prstGeom>
          <a:ln w="19050">
            <a:solidFill>
              <a:srgbClr val="5DADEC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743200" y="4206240"/>
            <a:ext cx="1371600" cy="365760"/>
          </a:xfrm>
          <a:prstGeom prst="line">
            <a:avLst/>
          </a:prstGeom>
          <a:ln w="19050">
            <a:solidFill>
              <a:srgbClr val="5DADEC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943600" y="4206240"/>
            <a:ext cx="640080" cy="365760"/>
          </a:xfrm>
          <a:prstGeom prst="line">
            <a:avLst/>
          </a:prstGeom>
          <a:ln w="19050">
            <a:solidFill>
              <a:srgbClr val="5DADEC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86000" y="5760720"/>
            <a:ext cx="7772400" cy="54864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86000" y="5852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5FB4"/>
                </a:solidFill>
                <a:latin typeface="Microsoft YaHei"/>
              </a:defRPr>
            </a:pPr>
            <a:r>
              <a:t>💡 核心创新：布局树作为中间表示，提高可解释性与生成质量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系统功能设计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System Function Design</a:t>
            </a:r>
          </a:p>
        </p:txBody>
      </p:sp>
      <p:sp>
        <p:nvSpPr>
          <p:cNvPr id="6" name="Oval 5"/>
          <p:cNvSpPr/>
          <p:nvPr/>
        </p:nvSpPr>
        <p:spPr>
          <a:xfrm>
            <a:off x="5074920" y="2148840"/>
            <a:ext cx="1188720" cy="1188720"/>
          </a:xfrm>
          <a:prstGeom prst="ellipse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5603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系统</a:t>
            </a:r>
            <a:br/>
            <a:r>
              <a:t>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768097"/>
            <a:ext cx="2560320" cy="8229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831765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7ADE"/>
                </a:solidFill>
                <a:latin typeface="Microsoft YaHei"/>
              </a:defRPr>
            </a:pPr>
            <a:r>
              <a:rPr dirty="0"/>
              <a:t>📤 </a:t>
            </a:r>
            <a:r>
              <a:rPr dirty="0" err="1"/>
              <a:t>图片上传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886200" y="1161553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  <a:latin typeface="Microsoft YaHei"/>
              </a:defRPr>
            </a:pPr>
            <a:r>
              <a:t>支持多格式UI截图上传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9050">
            <a:solidFill>
              <a:srgbClr val="2B7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11735" y="1391095"/>
            <a:ext cx="2560320" cy="8229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3175" y="153686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B59B6"/>
                </a:solidFill>
                <a:latin typeface="Microsoft YaHei"/>
              </a:defRPr>
            </a:pPr>
            <a:r>
              <a:rPr dirty="0"/>
              <a:t>🤖 </a:t>
            </a:r>
            <a:r>
              <a:rPr dirty="0" err="1"/>
              <a:t>代码生成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637042" y="1783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  <a:latin typeface="Microsoft YaHei"/>
              </a:defRPr>
            </a:pPr>
            <a:r>
              <a:t>Vue/HTML代码自动生成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2377440"/>
            <a:ext cx="2560320" cy="8229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45059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👁️ HTML预览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7432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  <a:latin typeface="Microsoft YaHei"/>
              </a:defRPr>
            </a:pPr>
            <a:r>
              <a:t>实时预览生成效果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28855" y="4317175"/>
            <a:ext cx="2560320" cy="8229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0295" y="4390327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🔄 多模型切换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0295" y="4682935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  <a:latin typeface="Microsoft YaHei"/>
              </a:defRPr>
            </a:pPr>
            <a:r>
              <a:t>Qwen/DeepSeek/Doubao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0" y="5120640"/>
            <a:ext cx="2560320" cy="8229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5DA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519379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DADEC"/>
                </a:solidFill>
                <a:latin typeface="Microsoft YaHei"/>
              </a:defRPr>
            </a:pPr>
            <a:r>
              <a:t>📑 多页面生成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486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  <a:latin typeface="Microsoft YaHei"/>
              </a:defRPr>
            </a:pPr>
            <a:r>
              <a:t>页面队列与原型复刻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5DA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449384" y="4317175"/>
            <a:ext cx="2560320" cy="8229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40824" y="4390327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FB4"/>
                </a:solidFill>
                <a:latin typeface="Microsoft YaHei"/>
              </a:defRPr>
            </a:pPr>
            <a:r>
              <a:t>🌲 布局树展示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0824" y="4682935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  <a:latin typeface="Microsoft YaHei"/>
              </a:defRPr>
            </a:pPr>
            <a:r>
              <a:t>可视化DOM结构查看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9050">
            <a:solidFill>
              <a:srgbClr val="1A5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645920" y="2377439"/>
            <a:ext cx="2560320" cy="8229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37360" y="2450591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✏️ 可视化编辑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2743199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  <a:latin typeface="Microsoft YaHei"/>
              </a:defRPr>
            </a:pPr>
            <a:r>
              <a:t>在线调整与优化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系统实现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System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474720" cy="54864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🎨 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Vue 3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JavaScript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HTML5 / CSS3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Element Plus UI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Axios 请求</a:t>
            </a:r>
          </a:p>
        </p:txBody>
      </p:sp>
      <p:sp>
        <p:nvSpPr>
          <p:cNvPr id="10" name="Oval 9"/>
          <p:cNvSpPr/>
          <p:nvPr/>
        </p:nvSpPr>
        <p:spPr>
          <a:xfrm>
            <a:off x="2103120" y="5303520"/>
            <a:ext cx="548640" cy="548640"/>
          </a:xfrm>
          <a:prstGeom prst="ellipse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474720" cy="4572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47472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48132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⚙️ 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FastAPI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Python 3.10+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Uvicorn 服务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RESTful API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异步处理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530352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474720" cy="45720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371600"/>
            <a:ext cx="3474720" cy="5486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48132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🧠 模型层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Qwen-VL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DeepSeek-VL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Doubao Vision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YOLOv8</a:t>
            </a:r>
          </a:p>
          <a:p>
            <a:pPr>
              <a:spcAft>
                <a:spcPts val="14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PaddleOCR</a:t>
            </a:r>
          </a:p>
        </p:txBody>
      </p:sp>
      <p:sp>
        <p:nvSpPr>
          <p:cNvPr id="20" name="Oval 19"/>
          <p:cNvSpPr/>
          <p:nvPr/>
        </p:nvSpPr>
        <p:spPr>
          <a:xfrm>
            <a:off x="9784080" y="530352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多模态代码生成流程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Multimodal Code Generation Flow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371600"/>
            <a:ext cx="96012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7ADE"/>
                </a:solidFill>
                <a:latin typeface="Microsoft YaHei"/>
              </a:defRPr>
            </a:pPr>
            <a:r>
              <a:t>UI截图输入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上传UI设计稿截图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60120" y="2212848"/>
            <a:ext cx="274320" cy="228600"/>
          </a:xfrm>
          <a:prstGeom prst="down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331720"/>
            <a:ext cx="96012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2423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Prompt构建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结构化Prompt设计</a:t>
            </a:r>
            <a:br/>
            <a:r>
              <a:t>包含布局树信息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60120" y="3172968"/>
            <a:ext cx="274320" cy="228600"/>
          </a:xfrm>
          <a:prstGeom prst="down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3291840"/>
            <a:ext cx="96012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3383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多模型调用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Qwen-VL / DeepSeek / Doubao</a:t>
            </a:r>
            <a:br/>
            <a:r>
              <a:t>支持模型切换与协同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60120" y="4133088"/>
            <a:ext cx="274320" cy="228600"/>
          </a:xfrm>
          <a:prstGeom prst="down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45312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4251960"/>
            <a:ext cx="96012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4343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Vue代码生成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生成Vue组件代码</a:t>
            </a:r>
            <a:br/>
            <a:r>
              <a:t>含样式与结构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60120" y="5093208"/>
            <a:ext cx="274320" cy="228600"/>
          </a:xfrm>
          <a:prstGeom prst="down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3040" y="5212080"/>
            <a:ext cx="96012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5DA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45920" y="5215467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DADEC"/>
                </a:solidFill>
                <a:latin typeface="Microsoft YaHei"/>
              </a:defRPr>
            </a:pPr>
            <a:r>
              <a:rPr dirty="0" err="1"/>
              <a:t>HTML预览生成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1691640" y="550587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 dirty="0" err="1"/>
              <a:t>实时渲染预览</a:t>
            </a:r>
            <a:br>
              <a:rPr dirty="0"/>
            </a:br>
            <a:r>
              <a:rPr dirty="0" err="1"/>
              <a:t>支持交互查看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1828800" y="5943600"/>
            <a:ext cx="8686800" cy="50292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0" y="6035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FB4"/>
                </a:solidFill>
                <a:latin typeface="Microsoft YaHei"/>
              </a:defRPr>
            </a:pPr>
            <a:r>
              <a:t>✨ 亮点：支持多模型切换与协同生成，用户可灵活选择最优模型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rPr dirty="0" err="1"/>
              <a:t>系统运行效果展示</a:t>
            </a:r>
            <a:endParaRPr dirty="0"/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rPr dirty="0"/>
              <a:t>System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📷 原始UI截图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7F8C8D"/>
                </a:solidFill>
                <a:latin typeface="Microsoft YaHei"/>
              </a:defRPr>
            </a:pP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42646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👁️ 生成HTML预览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035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9534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💻 生成Vue代码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0352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3035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89534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🌲 布局树结果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9 / 14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16BADAE-9570-3083-E517-8B50C1802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417" y="1758188"/>
            <a:ext cx="2793562" cy="175395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82B1E37-2301-2B56-5523-68BE18E61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467" y="1737360"/>
            <a:ext cx="2957634" cy="201168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D1E8034-CE0D-53B2-1BDE-588BD4077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267" y="4206240"/>
            <a:ext cx="3027680" cy="194806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AB027EF3-EEF1-4E1C-7BF8-2973359A2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313" y="4224528"/>
            <a:ext cx="3201788" cy="19241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多页面原型生成效果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Multi-Page Prototype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rPr dirty="0"/>
              <a:t>📑 </a:t>
            </a:r>
            <a:r>
              <a:rPr dirty="0" err="1"/>
              <a:t>页面队列管理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40080" y="3931920"/>
            <a:ext cx="10972800" cy="2286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7ADE"/>
                </a:solidFill>
                <a:latin typeface="Microsoft YaHei"/>
              </a:defRPr>
            </a:pPr>
            <a:r>
              <a:t>✨ 多页面原型功能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支持页面队列管理，批量生成多个页面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页面间切换与导航关系维护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一键导出多页面HTML原型包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支持简单原型复刻与演示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10 / 14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76C2BEDC-2AFB-285C-A38D-B61F4DEDB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667" y="960120"/>
            <a:ext cx="6704286" cy="27432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4F1B567-6E4B-01FB-C935-9EBFDB8E21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02" t="-369" r="14055" b="3864"/>
          <a:stretch>
            <a:fillRect/>
          </a:stretch>
        </p:blipFill>
        <p:spPr>
          <a:xfrm>
            <a:off x="482400" y="2075758"/>
            <a:ext cx="3790947" cy="1517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系统测试与结果分析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System Testing &amp;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1828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功能测试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系统各模块功能正常运行</a:t>
            </a:r>
            <a:br/>
            <a:r>
              <a:t>图片上传、代码生成、预览展示正常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303520" cy="1828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7ADE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YOLO检测准确率 &gt; 85%</a:t>
            </a:r>
            <a:br/>
            <a:r>
              <a:t>OCR文字识别准确率 &gt; 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03520" cy="1828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集成测试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前后端接口联调通过</a:t>
            </a:r>
            <a:br/>
            <a:r>
              <a:t>端到端流程运行稳定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566160"/>
            <a:ext cx="5303520" cy="1828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703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性能测试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114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Microsoft YaHei"/>
              </a:defRPr>
            </a:pPr>
            <a:r>
              <a:t>单页生成时间 &lt; 15秒</a:t>
            </a:r>
            <a:br/>
            <a:r>
              <a:t>支持并发请求处理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760720"/>
            <a:ext cx="9601200" cy="54864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8521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✅ 结论：系统流程可正常运行 · 能完成代码生成 · 页面具备一定还原度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系统创新点与特色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Innovations &amp; Highlights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双路径生成结构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视觉解析 + 多模态生成协同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057400"/>
            <a:ext cx="9601200" cy="182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多模态模型生成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支持Qwen/DeepSeek/Doubao切换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017520"/>
            <a:ext cx="9601200" cy="182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91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布局树中间表示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118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提高可解释性与生成质量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977640"/>
            <a:ext cx="9601200" cy="182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32511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51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多模型切换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720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用户灵活选择最优模型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937760"/>
            <a:ext cx="9601200" cy="182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2852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多页面原型生成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321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支持简单原型复刻与导出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5897880"/>
            <a:ext cx="9601200" cy="182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828800" y="6217920"/>
            <a:ext cx="8686800" cy="457200"/>
          </a:xfrm>
          <a:prstGeom prst="round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0" y="630936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🌟 核心贡献：提出布局树中间表示 + 双路径协同生成架构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21792"/>
            <a:ext cx="109728" cy="4572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457200"/>
            <a:ext cx="107103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3E50"/>
                </a:solidFill>
                <a:latin typeface="Microsoft YaHei"/>
              </a:defRPr>
            </a:pPr>
            <a:r>
              <a:t>总结与展望</a:t>
            </a:r>
          </a:p>
          <a:p>
            <a:pPr>
              <a:spcBef>
                <a:spcPts val="400"/>
              </a:spcBef>
              <a:defRPr sz="1300">
                <a:solidFill>
                  <a:srgbClr val="7F8C8D"/>
                </a:solidFill>
                <a:latin typeface="Microsoft YaHei"/>
              </a:defRPr>
            </a:pPr>
            <a:r>
              <a:t>Conclusion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5720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2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7ADE"/>
                </a:solidFill>
                <a:latin typeface="Microsoft YaHei"/>
              </a:defRPr>
            </a:pPr>
            <a:r>
              <a:t>📋 工作总结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✅ 实现了UI到代码的自动生成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✅ 设计了双路径协同生成架构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✅ 构建了布局树中间表示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✅ 提升了前端开发效率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✅ 完成了完整系统原型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🔮 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增强复杂交互支持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提升布局还原精度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支持更多前端框架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引入GPU加速优化</a:t>
            </a:r>
          </a:p>
          <a:p>
            <a:pPr>
              <a:spcAft>
                <a:spcPts val="12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扩展组件库适配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3474720"/>
            <a:ext cx="457200" cy="365760"/>
          </a:xfrm>
          <a:prstGeom prst="rightArrow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73152" cy="3200400"/>
          </a:xfrm>
          <a:prstGeom prst="rect">
            <a:avLst/>
          </a:prstGeom>
          <a:solidFill>
            <a:srgbClr val="2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B7ADE"/>
                </a:solidFill>
                <a:latin typeface="Microsoft YaHei"/>
              </a:defRPr>
            </a:pPr>
            <a:r>
              <a:t>致  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00400"/>
            <a:ext cx="2743200" cy="36576"/>
          </a:xfrm>
          <a:prstGeom prst="rect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C3E50"/>
                </a:solidFill>
                <a:latin typeface="Microsoft YaHei"/>
              </a:defRPr>
            </a:pPr>
            <a:r>
              <a:t>感谢各位老师的聆听</a:t>
            </a:r>
          </a:p>
          <a:p>
            <a:pPr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请各位老师批评指正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4114800"/>
            <a:ext cx="2286000" cy="2286000"/>
          </a:xfrm>
          <a:prstGeom prst="ellipse">
            <a:avLst/>
          </a:prstGeom>
          <a:solidFill>
            <a:srgbClr val="EBF3FB"/>
          </a:solidFill>
          <a:ln w="25400">
            <a:solidFill>
              <a:srgbClr val="5DA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4846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7ADE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  <a:latin typeface="Microsoft YaHe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884</Words>
  <Application>Microsoft Office PowerPoint</Application>
  <PresentationFormat>宽屏</PresentationFormat>
  <Paragraphs>251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hyt</dc:creator>
  <cp:keywords/>
  <dc:description>generated using python-pptx</dc:description>
  <cp:lastModifiedBy>语田 黄</cp:lastModifiedBy>
  <cp:revision>3</cp:revision>
  <dcterms:created xsi:type="dcterms:W3CDTF">2013-01-27T09:14:16Z</dcterms:created>
  <dcterms:modified xsi:type="dcterms:W3CDTF">2026-05-13T11:51:31Z</dcterms:modified>
  <cp:category/>
</cp:coreProperties>
</file>